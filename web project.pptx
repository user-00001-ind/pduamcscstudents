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3T14:02:36.985"/>
    </inkml:context>
    <inkml:brush xml:id="br0">
      <inkml:brushProperty name="width" value="0.4" units="cm"/>
      <inkml:brushProperty name="height" value="0.8" units="cm"/>
      <inkml:brushProperty name="color" value="#F8F8F8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3T14:02:40.293"/>
    </inkml:context>
    <inkml:brush xml:id="br0">
      <inkml:brushProperty name="width" value="0.4" units="cm"/>
      <inkml:brushProperty name="height" value="0.8" units="cm"/>
      <inkml:brushProperty name="color" value="#F8F8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1,'51'2,"-1"2,0 2,0 3,-1 1,0 3,48 20,-72-25,1-1,-1-1,1-1,42 2,106-7,6 0,-150 4,1 1,41 12,-39-8,53 7,111 16,-134-21,-34-5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9182-BAC9-EC46-6A1A-A7EE3095A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33D3E-6ED1-8476-4907-3F7891876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E9899-0520-5A3D-07E1-B359C5DA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E3B5D-CFA0-BD35-0931-B27F4243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882C-216D-B904-8173-EE1AC765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11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18E0-174F-31DE-C618-7F22D89A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D9035-2F70-B8AF-4060-D7C6C80BF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18988-9796-39ED-81E6-2152741D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20285-36DC-3A84-A4F0-E4005C2D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C4075-8C7E-C315-8E27-76064E07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5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D74F1-EFD6-2B1C-DFFB-5A6DC1FD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341DF-94CD-AE2F-6B39-B32BF3114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41B4E-E250-A14E-4073-70FD87FF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8D691-B55B-DFC6-EA0D-3707A8AF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E39D3-7234-644E-08E4-3C9CB33E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9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D09C-CDF4-F8FE-A7BF-F7892D77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D0A0-7767-173E-A5D8-41070C9AD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2AC2C-9A5C-9D20-3256-922A21BD4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2BE0D-8142-A34F-95D2-8EA3C90B3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9D947-E22B-496A-1E52-29C8D49B2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6479E-1BB8-A607-D247-1852B944B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4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06E5-A040-097A-5176-83F914298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B15DD-D325-624D-0FA1-FDD457BDE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05A75-013D-2602-FEE0-A23F70D5B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15C50-010B-A2C0-4625-550071A25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AD712-39EC-B8E6-5384-7770E3F79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D671DB-C704-7748-260C-785CF615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38501-A347-B458-1B92-24B27716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BCE820-0B8E-7DFB-36D5-46291847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5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35CC0-1F08-8ADE-F0A3-E1D2F767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AD7BA-F412-1FB0-F12C-DCFEF4A9D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3B18E-19C4-B0B2-E97B-582BC260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0E758-96FE-2398-F580-64D1B3CA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75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194FF-EDFF-F828-66D3-15B59EDF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3CB61-0893-B75E-2E80-EDDA83FC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598ED-FE6E-CD3A-1877-DCBC42F0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7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E604-4865-3ED7-AF0B-67BA63945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15B0C-AC00-E8C1-D82A-1E03ACB9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A9E56-5881-DA83-9E40-7E3B18E1D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A8C79-65FE-D09C-C45E-49BE5A97A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BA686-256A-9E7E-61E7-659FE4AB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49C1C-46A6-5CDD-E042-CB37462D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5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F8EA-60FE-C39D-8664-AF1990EB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1CACC-E4C4-E0AD-A36B-86E3DCB60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85B0B-02C9-2543-F330-EC20E02EA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4D15A-220D-CB45-13E2-88C92967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EA1B7-EBFD-4D9F-082A-6654D2D06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2E9A9-66AA-E652-D553-7ECE2EEF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0713-FC9B-4226-1C0E-BC2FEF88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AF561-DE4B-6AA4-B056-14179F078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89C37-B053-816B-87A4-F1059F62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2175A-C6AF-B092-A27F-C9738808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BCE6A-50D8-7398-B5F2-A149C079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BBF124-B165-7F67-51B8-4F89711D67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1B4C7-9AFA-ABFB-2382-5A0429777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AF044-FC8D-7BE2-65C0-F69E8571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23E61-BF08-E846-AC0D-77287120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0F391-4497-3889-E8CC-1EFFBA79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81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31F97-82D7-0768-8DE0-05FED41D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ED23F-DFA3-55B0-29C1-016870BF3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D7B32-9828-AD90-F62A-44339E489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0907A-41EB-48C8-9F88-F26E1FD456C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4BA1E-AC3D-18B9-A034-7DD3F8E91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998DB-88D8-AEE5-A9D6-7F7767745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3F43-6F77-4C2E-88D8-69A9AE91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1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1E3B59-C37D-A2C0-AAA2-C2C18B068294}"/>
              </a:ext>
            </a:extLst>
          </p:cNvPr>
          <p:cNvCxnSpPr/>
          <p:nvPr/>
        </p:nvCxnSpPr>
        <p:spPr>
          <a:xfrm>
            <a:off x="0" y="1278194"/>
            <a:ext cx="122903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6EB2A3-AA40-597A-67FA-D6088E12520F}"/>
              </a:ext>
            </a:extLst>
          </p:cNvPr>
          <p:cNvSpPr txBox="1"/>
          <p:nvPr/>
        </p:nvSpPr>
        <p:spPr>
          <a:xfrm>
            <a:off x="-157318" y="1325479"/>
            <a:ext cx="11611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Latest news display in loop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22AA75-9B4E-5CD0-6271-F980BDBDF505}"/>
              </a:ext>
            </a:extLst>
          </p:cNvPr>
          <p:cNvCxnSpPr>
            <a:cxnSpLocks/>
          </p:cNvCxnSpPr>
          <p:nvPr/>
        </p:nvCxnSpPr>
        <p:spPr>
          <a:xfrm flipV="1">
            <a:off x="-1" y="1693052"/>
            <a:ext cx="12221493" cy="5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Hamburger Menu Icon with solid fill">
            <a:extLst>
              <a:ext uri="{FF2B5EF4-FFF2-40B4-BE49-F238E27FC236}">
                <a16:creationId xmlns:a16="http://schemas.microsoft.com/office/drawing/2014/main" id="{F9CBB851-DEC9-E895-EB9C-AE0F9E5B2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399" y="1278193"/>
            <a:ext cx="427704" cy="3180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BCE401-A4AA-AB1B-2430-684078C74282}"/>
              </a:ext>
            </a:extLst>
          </p:cNvPr>
          <p:cNvSpPr txBox="1"/>
          <p:nvPr/>
        </p:nvSpPr>
        <p:spPr>
          <a:xfrm>
            <a:off x="1268362" y="55511"/>
            <a:ext cx="9320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Department Of Computer Science</a:t>
            </a:r>
          </a:p>
          <a:p>
            <a:pPr algn="ctr"/>
            <a:r>
              <a:rPr lang="en-US" b="1" dirty="0"/>
              <a:t> Students Corner</a:t>
            </a:r>
          </a:p>
          <a:p>
            <a:pPr algn="ctr"/>
            <a:r>
              <a:rPr lang="en-US" b="1" dirty="0"/>
              <a:t>Pandit Deendayal Upadhyaya Adarsha Mahavidyalaya, Amjonga</a:t>
            </a:r>
          </a:p>
          <a:p>
            <a:pPr algn="ctr"/>
            <a:r>
              <a:rPr lang="en-US" b="1" dirty="0"/>
              <a:t>Dist.: Goalpara, Assam , 783124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1AC9B7-9F37-36A4-E8C2-E3E9AB71FC50}"/>
              </a:ext>
            </a:extLst>
          </p:cNvPr>
          <p:cNvSpPr txBox="1"/>
          <p:nvPr/>
        </p:nvSpPr>
        <p:spPr>
          <a:xfrm>
            <a:off x="152399" y="147484"/>
            <a:ext cx="13224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b="1" dirty="0"/>
              <a:t>IMAGE</a:t>
            </a:r>
          </a:p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35D06-7BD7-2EEB-2528-CFA876B7DB15}"/>
              </a:ext>
            </a:extLst>
          </p:cNvPr>
          <p:cNvSpPr txBox="1"/>
          <p:nvPr/>
        </p:nvSpPr>
        <p:spPr>
          <a:xfrm>
            <a:off x="10432027" y="76506"/>
            <a:ext cx="175997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algn="ctr"/>
            <a:r>
              <a:rPr lang="en-US" b="1" dirty="0"/>
              <a:t>IMAGE</a:t>
            </a:r>
          </a:p>
          <a:p>
            <a:endParaRPr lang="en-US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BA9467-C907-D6C5-7655-8F933520D143}"/>
              </a:ext>
            </a:extLst>
          </p:cNvPr>
          <p:cNvCxnSpPr/>
          <p:nvPr/>
        </p:nvCxnSpPr>
        <p:spPr>
          <a:xfrm>
            <a:off x="-68831" y="6016756"/>
            <a:ext cx="122903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57FA904-3063-C508-CC28-CDAAC080CEF5}"/>
              </a:ext>
            </a:extLst>
          </p:cNvPr>
          <p:cNvSpPr txBox="1"/>
          <p:nvPr/>
        </p:nvSpPr>
        <p:spPr>
          <a:xfrm>
            <a:off x="2005783" y="6018795"/>
            <a:ext cx="842624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dirty="0"/>
          </a:p>
          <a:p>
            <a:pPr algn="ctr"/>
            <a:r>
              <a:rPr lang="en-US" sz="1600" dirty="0"/>
              <a:t>© 2025 Department of Computer Science. All rights reserved</a:t>
            </a:r>
          </a:p>
          <a:p>
            <a:pPr algn="ctr"/>
            <a:r>
              <a:rPr lang="en-US" sz="1600" dirty="0"/>
              <a:t>Developed By Students, Department Of Computer Science, PDUAM, Amjonga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0DEA49-06EF-9234-29DD-57F62E9DD61F}"/>
              </a:ext>
            </a:extLst>
          </p:cNvPr>
          <p:cNvSpPr txBox="1"/>
          <p:nvPr/>
        </p:nvSpPr>
        <p:spPr>
          <a:xfrm>
            <a:off x="2005783" y="5938078"/>
            <a:ext cx="2005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PDUAM, Amjonga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CE130C-2241-2D3E-DD7B-1D383F683E4E}"/>
              </a:ext>
            </a:extLst>
          </p:cNvPr>
          <p:cNvSpPr txBox="1"/>
          <p:nvPr/>
        </p:nvSpPr>
        <p:spPr>
          <a:xfrm>
            <a:off x="8858864" y="5938078"/>
            <a:ext cx="1730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Department of computer Science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CD4419-B1D9-A9B1-1DFA-59D7ACAB0E43}"/>
              </a:ext>
            </a:extLst>
          </p:cNvPr>
          <p:cNvSpPr txBox="1"/>
          <p:nvPr/>
        </p:nvSpPr>
        <p:spPr>
          <a:xfrm>
            <a:off x="9802761" y="1689000"/>
            <a:ext cx="2369572" cy="42667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90AAD6-29B4-56E6-987F-76BAA4EAD37E}"/>
              </a:ext>
            </a:extLst>
          </p:cNvPr>
          <p:cNvSpPr txBox="1"/>
          <p:nvPr/>
        </p:nvSpPr>
        <p:spPr>
          <a:xfrm>
            <a:off x="97075" y="1289665"/>
            <a:ext cx="62190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65A2DF-6F1C-BC27-332D-DA7B55A514B5}"/>
              </a:ext>
            </a:extLst>
          </p:cNvPr>
          <p:cNvSpPr txBox="1"/>
          <p:nvPr/>
        </p:nvSpPr>
        <p:spPr>
          <a:xfrm>
            <a:off x="10432027" y="1691653"/>
            <a:ext cx="134701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Materials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CB16C28-7ACC-389B-9171-48E1E680462F}"/>
              </a:ext>
            </a:extLst>
          </p:cNvPr>
          <p:cNvSpPr/>
          <p:nvPr/>
        </p:nvSpPr>
        <p:spPr>
          <a:xfrm>
            <a:off x="9935530" y="2456471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6D15B41-29AC-FB11-D59B-9E27DDDFA0ED}"/>
              </a:ext>
            </a:extLst>
          </p:cNvPr>
          <p:cNvSpPr/>
          <p:nvPr/>
        </p:nvSpPr>
        <p:spPr>
          <a:xfrm>
            <a:off x="9940417" y="2752269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987BA74E-BF97-E053-FCA3-BF6A776E8914}"/>
              </a:ext>
            </a:extLst>
          </p:cNvPr>
          <p:cNvSpPr/>
          <p:nvPr/>
        </p:nvSpPr>
        <p:spPr>
          <a:xfrm>
            <a:off x="9960108" y="3018503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F785DECB-82E3-58CE-7127-D6A5357EE1D4}"/>
              </a:ext>
            </a:extLst>
          </p:cNvPr>
          <p:cNvSpPr/>
          <p:nvPr/>
        </p:nvSpPr>
        <p:spPr>
          <a:xfrm>
            <a:off x="9940417" y="3314301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36E5376-EF1B-B11B-2FA8-95B2203A4973}"/>
              </a:ext>
            </a:extLst>
          </p:cNvPr>
          <p:cNvSpPr/>
          <p:nvPr/>
        </p:nvSpPr>
        <p:spPr>
          <a:xfrm>
            <a:off x="9935530" y="3927403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37BCAFE-7CA1-DFCB-9983-96C98133F3E3}"/>
              </a:ext>
            </a:extLst>
          </p:cNvPr>
          <p:cNvSpPr/>
          <p:nvPr/>
        </p:nvSpPr>
        <p:spPr>
          <a:xfrm>
            <a:off x="9960108" y="3631605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820662-FA7F-3770-F0F8-AA0600489ACD}"/>
              </a:ext>
            </a:extLst>
          </p:cNvPr>
          <p:cNvSpPr txBox="1"/>
          <p:nvPr/>
        </p:nvSpPr>
        <p:spPr>
          <a:xfrm>
            <a:off x="3224981" y="1690889"/>
            <a:ext cx="5358581" cy="3217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340E34-ED84-265E-194B-F8A455D17167}"/>
              </a:ext>
            </a:extLst>
          </p:cNvPr>
          <p:cNvSpPr txBox="1"/>
          <p:nvPr/>
        </p:nvSpPr>
        <p:spPr>
          <a:xfrm>
            <a:off x="34449" y="1691518"/>
            <a:ext cx="2128648" cy="42609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34D956-192F-8C42-586A-0100E85EA889}"/>
              </a:ext>
            </a:extLst>
          </p:cNvPr>
          <p:cNvSpPr txBox="1"/>
          <p:nvPr/>
        </p:nvSpPr>
        <p:spPr>
          <a:xfrm>
            <a:off x="105714" y="1698336"/>
            <a:ext cx="200578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Notification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3596FF8D-7973-7F7F-2326-53C3022A14B3}"/>
              </a:ext>
            </a:extLst>
          </p:cNvPr>
          <p:cNvSpPr/>
          <p:nvPr/>
        </p:nvSpPr>
        <p:spPr>
          <a:xfrm>
            <a:off x="255636" y="2608871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2890CD44-6B50-0903-02C2-A7D7D740A9AA}"/>
              </a:ext>
            </a:extLst>
          </p:cNvPr>
          <p:cNvSpPr/>
          <p:nvPr/>
        </p:nvSpPr>
        <p:spPr>
          <a:xfrm>
            <a:off x="243349" y="2977291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FB78D0D-99F6-2FE7-71EA-B85D4CCC7EDB}"/>
              </a:ext>
            </a:extLst>
          </p:cNvPr>
          <p:cNvSpPr/>
          <p:nvPr/>
        </p:nvSpPr>
        <p:spPr>
          <a:xfrm>
            <a:off x="285126" y="3320705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82DCBB38-1F2B-0911-82C6-D15E4C2F8754}"/>
              </a:ext>
            </a:extLst>
          </p:cNvPr>
          <p:cNvSpPr/>
          <p:nvPr/>
        </p:nvSpPr>
        <p:spPr>
          <a:xfrm>
            <a:off x="255636" y="3636923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0008B30C-7EDB-363A-FB2C-D8CA6ED4C7FD}"/>
              </a:ext>
            </a:extLst>
          </p:cNvPr>
          <p:cNvSpPr/>
          <p:nvPr/>
        </p:nvSpPr>
        <p:spPr>
          <a:xfrm>
            <a:off x="255636" y="3977388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66002583-4B3C-1DDC-7858-93062D58BA1F}"/>
              </a:ext>
            </a:extLst>
          </p:cNvPr>
          <p:cNvSpPr/>
          <p:nvPr/>
        </p:nvSpPr>
        <p:spPr>
          <a:xfrm>
            <a:off x="285126" y="4380720"/>
            <a:ext cx="245804" cy="102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5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07AD5-4C13-926B-406B-B6DF9E90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6D99AE-6902-BE2B-76C0-AB1CA7794513}"/>
              </a:ext>
            </a:extLst>
          </p:cNvPr>
          <p:cNvCxnSpPr/>
          <p:nvPr/>
        </p:nvCxnSpPr>
        <p:spPr>
          <a:xfrm>
            <a:off x="0" y="1278194"/>
            <a:ext cx="122903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BFC7BA-6CBB-E737-77A5-DFE177610362}"/>
              </a:ext>
            </a:extLst>
          </p:cNvPr>
          <p:cNvCxnSpPr>
            <a:cxnSpLocks/>
          </p:cNvCxnSpPr>
          <p:nvPr/>
        </p:nvCxnSpPr>
        <p:spPr>
          <a:xfrm>
            <a:off x="2177843" y="1673049"/>
            <a:ext cx="10014157" cy="16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Hamburger Menu Icon with solid fill">
            <a:extLst>
              <a:ext uri="{FF2B5EF4-FFF2-40B4-BE49-F238E27FC236}">
                <a16:creationId xmlns:a16="http://schemas.microsoft.com/office/drawing/2014/main" id="{CA8E7630-1DF7-C227-BBA2-D262F04C1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570" y="1307689"/>
            <a:ext cx="427704" cy="3180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62CA5D-1F65-DF80-E1D5-EABE0E6B5F46}"/>
              </a:ext>
            </a:extLst>
          </p:cNvPr>
          <p:cNvSpPr txBox="1"/>
          <p:nvPr/>
        </p:nvSpPr>
        <p:spPr>
          <a:xfrm>
            <a:off x="1435509" y="108155"/>
            <a:ext cx="9320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Department Of Computer Science</a:t>
            </a:r>
          </a:p>
          <a:p>
            <a:pPr algn="ctr"/>
            <a:r>
              <a:rPr lang="en-US" b="1" dirty="0"/>
              <a:t> Students Corner</a:t>
            </a:r>
          </a:p>
          <a:p>
            <a:pPr algn="ctr"/>
            <a:r>
              <a:rPr lang="en-US" b="1" dirty="0"/>
              <a:t>Pandit Deendayal Upadhyaya Adarsha Mahavidyalaya, Amjonga</a:t>
            </a:r>
          </a:p>
          <a:p>
            <a:pPr algn="ctr"/>
            <a:r>
              <a:rPr lang="en-US" b="1" dirty="0"/>
              <a:t>Dist.: Goalpara, Assam , 783124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59AED-E976-6065-6883-522201B10538}"/>
              </a:ext>
            </a:extLst>
          </p:cNvPr>
          <p:cNvSpPr txBox="1"/>
          <p:nvPr/>
        </p:nvSpPr>
        <p:spPr>
          <a:xfrm>
            <a:off x="152399" y="147484"/>
            <a:ext cx="13224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IMAGE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7F1CC4-7B75-61F9-9EE0-47F664FB4C29}"/>
              </a:ext>
            </a:extLst>
          </p:cNvPr>
          <p:cNvSpPr txBox="1"/>
          <p:nvPr/>
        </p:nvSpPr>
        <p:spPr>
          <a:xfrm>
            <a:off x="10432027" y="76506"/>
            <a:ext cx="175997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IMAGE</a:t>
            </a:r>
          </a:p>
          <a:p>
            <a:pPr algn="ctr"/>
            <a:endParaRPr lang="en-US" b="1" dirty="0"/>
          </a:p>
          <a:p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AC0693-F8CE-A9C2-D210-B49FC935CE45}"/>
              </a:ext>
            </a:extLst>
          </p:cNvPr>
          <p:cNvSpPr/>
          <p:nvPr/>
        </p:nvSpPr>
        <p:spPr>
          <a:xfrm>
            <a:off x="4924" y="1280300"/>
            <a:ext cx="2172919" cy="5677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5EA6A-2038-0738-2E15-A7D8379BE989}"/>
              </a:ext>
            </a:extLst>
          </p:cNvPr>
          <p:cNvSpPr txBox="1"/>
          <p:nvPr/>
        </p:nvSpPr>
        <p:spPr>
          <a:xfrm>
            <a:off x="63911" y="1815910"/>
            <a:ext cx="1730481" cy="373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Home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F2C40-0411-8ED4-A4F0-072C9E9B4CB3}"/>
              </a:ext>
            </a:extLst>
          </p:cNvPr>
          <p:cNvSpPr txBox="1"/>
          <p:nvPr/>
        </p:nvSpPr>
        <p:spPr>
          <a:xfrm>
            <a:off x="68822" y="2197471"/>
            <a:ext cx="172557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About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349690-D941-7AEF-673B-401861F3F501}"/>
              </a:ext>
            </a:extLst>
          </p:cNvPr>
          <p:cNvSpPr txBox="1"/>
          <p:nvPr/>
        </p:nvSpPr>
        <p:spPr>
          <a:xfrm>
            <a:off x="68822" y="2537061"/>
            <a:ext cx="173048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Academics Activity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B8A189-A31F-DCA5-B98C-54CA54EFDC12}"/>
              </a:ext>
            </a:extLst>
          </p:cNvPr>
          <p:cNvSpPr txBox="1"/>
          <p:nvPr/>
        </p:nvSpPr>
        <p:spPr>
          <a:xfrm>
            <a:off x="83569" y="3544025"/>
            <a:ext cx="171081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Faculty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2012A5-5EA1-D297-4467-15D2639732BC}"/>
              </a:ext>
            </a:extLst>
          </p:cNvPr>
          <p:cNvSpPr txBox="1"/>
          <p:nvPr/>
        </p:nvSpPr>
        <p:spPr>
          <a:xfrm>
            <a:off x="68821" y="2875421"/>
            <a:ext cx="1725569" cy="319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Achievement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6BC5FD-4987-3E38-34FC-928DFA4BAA79}"/>
              </a:ext>
            </a:extLst>
          </p:cNvPr>
          <p:cNvSpPr txBox="1"/>
          <p:nvPr/>
        </p:nvSpPr>
        <p:spPr>
          <a:xfrm>
            <a:off x="68824" y="3197116"/>
            <a:ext cx="172556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Alumni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A08D59-FC1D-033B-A9A3-D7DD2E196AB4}"/>
              </a:ext>
            </a:extLst>
          </p:cNvPr>
          <p:cNvSpPr txBox="1"/>
          <p:nvPr/>
        </p:nvSpPr>
        <p:spPr>
          <a:xfrm>
            <a:off x="78654" y="3884898"/>
            <a:ext cx="17206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Gallery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CB3B90-57E2-4FFA-5F9F-FBA9B3289F8B}"/>
              </a:ext>
            </a:extLst>
          </p:cNvPr>
          <p:cNvSpPr txBox="1"/>
          <p:nvPr/>
        </p:nvSpPr>
        <p:spPr>
          <a:xfrm>
            <a:off x="78654" y="4557506"/>
            <a:ext cx="1715734" cy="373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Students</a:t>
            </a:r>
            <a:r>
              <a:rPr lang="en-US" dirty="0"/>
              <a:t> </a:t>
            </a:r>
          </a:p>
        </p:txBody>
      </p:sp>
      <p:pic>
        <p:nvPicPr>
          <p:cNvPr id="21" name="Graphic 20" descr="Image with solid fill">
            <a:extLst>
              <a:ext uri="{FF2B5EF4-FFF2-40B4-BE49-F238E27FC236}">
                <a16:creationId xmlns:a16="http://schemas.microsoft.com/office/drawing/2014/main" id="{2EA9CF20-E841-B024-AA70-4A29C9355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156" y="516586"/>
            <a:ext cx="663677" cy="663677"/>
          </a:xfrm>
          <a:prstGeom prst="rect">
            <a:avLst/>
          </a:prstGeom>
        </p:spPr>
      </p:pic>
      <p:pic>
        <p:nvPicPr>
          <p:cNvPr id="22" name="Graphic 21" descr="Image with solid fill">
            <a:extLst>
              <a:ext uri="{FF2B5EF4-FFF2-40B4-BE49-F238E27FC236}">
                <a16:creationId xmlns:a16="http://schemas.microsoft.com/office/drawing/2014/main" id="{2C0B77C9-DCC1-857E-3188-8176542B1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3025" y="370525"/>
            <a:ext cx="757082" cy="75708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993D3A2-E331-821A-2C23-44CA921247C0}"/>
              </a:ext>
            </a:extLst>
          </p:cNvPr>
          <p:cNvSpPr txBox="1"/>
          <p:nvPr/>
        </p:nvSpPr>
        <p:spPr>
          <a:xfrm>
            <a:off x="78654" y="4225633"/>
            <a:ext cx="171573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Study Material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0D9A8C-B8F2-01C7-2FBB-C8936D376C74}"/>
              </a:ext>
            </a:extLst>
          </p:cNvPr>
          <p:cNvSpPr txBox="1"/>
          <p:nvPr/>
        </p:nvSpPr>
        <p:spPr>
          <a:xfrm>
            <a:off x="395748" y="6541239"/>
            <a:ext cx="155595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Off Syllabus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670FBC-3C7C-3FC7-F802-A81DFD5F6130}"/>
              </a:ext>
            </a:extLst>
          </p:cNvPr>
          <p:cNvSpPr txBox="1"/>
          <p:nvPr/>
        </p:nvSpPr>
        <p:spPr>
          <a:xfrm>
            <a:off x="78592" y="4933987"/>
            <a:ext cx="17206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Contact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922C5CA-3A6A-F34C-4B32-B37D6E55B130}"/>
                  </a:ext>
                </a:extLst>
              </p14:cNvPr>
              <p14:cNvContentPartPr/>
              <p14:nvPr/>
            </p14:nvContentPartPr>
            <p14:xfrm>
              <a:off x="265297" y="1750030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922C5CA-3A6A-F34C-4B32-B37D6E55B1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657" y="160603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F2D46EB-7A80-D86F-B060-3F6FCE9E131D}"/>
                  </a:ext>
                </a:extLst>
              </p14:cNvPr>
              <p14:cNvContentPartPr/>
              <p14:nvPr/>
            </p14:nvContentPartPr>
            <p14:xfrm>
              <a:off x="98257" y="1710430"/>
              <a:ext cx="526320" cy="75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F2D46EB-7A80-D86F-B060-3F6FCE9E13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257" y="1566790"/>
                <a:ext cx="669960" cy="363600"/>
              </a:xfrm>
              <a:prstGeom prst="rect">
                <a:avLst/>
              </a:prstGeom>
            </p:spPr>
          </p:pic>
        </mc:Fallback>
      </mc:AlternateContent>
      <p:pic>
        <p:nvPicPr>
          <p:cNvPr id="37" name="Graphic 36" descr="Magnifying glass with solid fill">
            <a:extLst>
              <a:ext uri="{FF2B5EF4-FFF2-40B4-BE49-F238E27FC236}">
                <a16:creationId xmlns:a16="http://schemas.microsoft.com/office/drawing/2014/main" id="{23A36433-8CD1-8231-DC8B-BD12C4A2AA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1840" y="1321674"/>
            <a:ext cx="290051" cy="29005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DB9B0D2-1F5E-31AF-5F35-A57C8BA45F88}"/>
              </a:ext>
            </a:extLst>
          </p:cNvPr>
          <p:cNvSpPr txBox="1"/>
          <p:nvPr/>
        </p:nvSpPr>
        <p:spPr>
          <a:xfrm>
            <a:off x="570274" y="1276926"/>
            <a:ext cx="16075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Search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976198-2FA3-B43D-4D6A-88919E301B3C}"/>
              </a:ext>
            </a:extLst>
          </p:cNvPr>
          <p:cNvSpPr txBox="1"/>
          <p:nvPr/>
        </p:nvSpPr>
        <p:spPr>
          <a:xfrm>
            <a:off x="4141837" y="1256380"/>
            <a:ext cx="6086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Latest news display in loop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5289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9A6CA5-F1DA-347F-3A03-B680E9B2EBFC}"/>
              </a:ext>
            </a:extLst>
          </p:cNvPr>
          <p:cNvCxnSpPr>
            <a:cxnSpLocks/>
          </p:cNvCxnSpPr>
          <p:nvPr/>
        </p:nvCxnSpPr>
        <p:spPr>
          <a:xfrm>
            <a:off x="0" y="1178830"/>
            <a:ext cx="12267869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7FE1F0-03EA-AFF7-2049-345F3A0CA088}"/>
              </a:ext>
            </a:extLst>
          </p:cNvPr>
          <p:cNvSpPr txBox="1"/>
          <p:nvPr/>
        </p:nvSpPr>
        <p:spPr>
          <a:xfrm>
            <a:off x="2656923" y="15764"/>
            <a:ext cx="6408419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About</a:t>
            </a:r>
            <a:endParaRPr lang="en-US" sz="3600" b="1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83D5458-D6AB-22C1-2266-2E37333B8271}"/>
              </a:ext>
            </a:extLst>
          </p:cNvPr>
          <p:cNvCxnSpPr>
            <a:cxnSpLocks/>
          </p:cNvCxnSpPr>
          <p:nvPr/>
        </p:nvCxnSpPr>
        <p:spPr>
          <a:xfrm>
            <a:off x="0" y="1722467"/>
            <a:ext cx="12192000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Hamburger Menu Icon with solid fill">
            <a:extLst>
              <a:ext uri="{FF2B5EF4-FFF2-40B4-BE49-F238E27FC236}">
                <a16:creationId xmlns:a16="http://schemas.microsoft.com/office/drawing/2014/main" id="{C0D368F6-42C2-F6A1-5953-A3DE2E374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399" y="1278193"/>
            <a:ext cx="427704" cy="31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3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9A6CA5-F1DA-347F-3A03-B680E9B2EBFC}"/>
              </a:ext>
            </a:extLst>
          </p:cNvPr>
          <p:cNvCxnSpPr>
            <a:cxnSpLocks/>
          </p:cNvCxnSpPr>
          <p:nvPr/>
        </p:nvCxnSpPr>
        <p:spPr>
          <a:xfrm>
            <a:off x="0" y="1444302"/>
            <a:ext cx="12267869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7FE1F0-03EA-AFF7-2049-345F3A0CA088}"/>
              </a:ext>
            </a:extLst>
          </p:cNvPr>
          <p:cNvSpPr txBox="1"/>
          <p:nvPr/>
        </p:nvSpPr>
        <p:spPr>
          <a:xfrm>
            <a:off x="2676588" y="254336"/>
            <a:ext cx="634024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Academics &amp; Activities </a:t>
            </a:r>
            <a:endParaRPr lang="en-US" sz="36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83D5458-D6AB-22C1-2266-2E37333B8271}"/>
              </a:ext>
            </a:extLst>
          </p:cNvPr>
          <p:cNvCxnSpPr>
            <a:cxnSpLocks/>
          </p:cNvCxnSpPr>
          <p:nvPr/>
        </p:nvCxnSpPr>
        <p:spPr>
          <a:xfrm>
            <a:off x="0" y="1854428"/>
            <a:ext cx="12440071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6A9F647-371E-8AC5-AD12-A1134655EFB7}"/>
              </a:ext>
            </a:extLst>
          </p:cNvPr>
          <p:cNvSpPr txBox="1"/>
          <p:nvPr/>
        </p:nvSpPr>
        <p:spPr>
          <a:xfrm rot="10800000" flipV="1">
            <a:off x="757410" y="3067856"/>
            <a:ext cx="1938811" cy="369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External Seminar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BD387-BB08-DC32-9ECF-0FF8CF941FA7}"/>
              </a:ext>
            </a:extLst>
          </p:cNvPr>
          <p:cNvSpPr txBox="1"/>
          <p:nvPr/>
        </p:nvSpPr>
        <p:spPr>
          <a:xfrm>
            <a:off x="752722" y="3809866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Hackathon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C78B5-E642-9460-A587-EA3F69BF16F9}"/>
              </a:ext>
            </a:extLst>
          </p:cNvPr>
          <p:cNvSpPr txBox="1"/>
          <p:nvPr/>
        </p:nvSpPr>
        <p:spPr>
          <a:xfrm>
            <a:off x="752169" y="5250182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Seminar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E0AD7-7A99-D9A5-DC9F-681266B1B410}"/>
              </a:ext>
            </a:extLst>
          </p:cNvPr>
          <p:cNvSpPr txBox="1"/>
          <p:nvPr/>
        </p:nvSpPr>
        <p:spPr>
          <a:xfrm>
            <a:off x="752722" y="2324191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Competition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901083-C612-52BF-32F3-ECA66BA18E30}"/>
              </a:ext>
            </a:extLst>
          </p:cNvPr>
          <p:cNvSpPr txBox="1"/>
          <p:nvPr/>
        </p:nvSpPr>
        <p:spPr>
          <a:xfrm>
            <a:off x="752722" y="3438717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Facilities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3A0D29-DDA9-B691-E058-A844C88A02FB}"/>
              </a:ext>
            </a:extLst>
          </p:cNvPr>
          <p:cNvSpPr txBox="1"/>
          <p:nvPr/>
        </p:nvSpPr>
        <p:spPr>
          <a:xfrm>
            <a:off x="760682" y="4546186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Projects 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79548C-0024-C71F-251C-A771A246BA93}"/>
              </a:ext>
            </a:extLst>
          </p:cNvPr>
          <p:cNvSpPr txBox="1"/>
          <p:nvPr/>
        </p:nvSpPr>
        <p:spPr>
          <a:xfrm>
            <a:off x="752169" y="4176854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Internship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E5AE5E-2127-BE69-47C0-D3CFCEC129B6}"/>
              </a:ext>
            </a:extLst>
          </p:cNvPr>
          <p:cNvSpPr txBox="1"/>
          <p:nvPr/>
        </p:nvSpPr>
        <p:spPr>
          <a:xfrm>
            <a:off x="559533" y="6000979"/>
            <a:ext cx="225429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sz="1600" dirty="0"/>
              <a:t>Syllabus &amp; Curriculum 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FE24B8-783E-DD70-BE29-2F6D7CAFFC53}"/>
              </a:ext>
            </a:extLst>
          </p:cNvPr>
          <p:cNvSpPr txBox="1"/>
          <p:nvPr/>
        </p:nvSpPr>
        <p:spPr>
          <a:xfrm>
            <a:off x="578306" y="4913174"/>
            <a:ext cx="223551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sz="1600" dirty="0"/>
              <a:t>Research &amp; Publication 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284599-74E3-B32C-0D60-6F51B5C59D51}"/>
              </a:ext>
            </a:extLst>
          </p:cNvPr>
          <p:cNvSpPr txBox="1"/>
          <p:nvPr/>
        </p:nvSpPr>
        <p:spPr>
          <a:xfrm>
            <a:off x="605193" y="1951177"/>
            <a:ext cx="2181744" cy="369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Academic Calander 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350655-8369-5A85-DD33-C5C68448B0DC}"/>
              </a:ext>
            </a:extLst>
          </p:cNvPr>
          <p:cNvSpPr txBox="1"/>
          <p:nvPr/>
        </p:nvSpPr>
        <p:spPr>
          <a:xfrm>
            <a:off x="595838" y="2698467"/>
            <a:ext cx="22029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Community Service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AA79B2-F979-84FD-B0A3-B5D30021CF20}"/>
              </a:ext>
            </a:extLst>
          </p:cNvPr>
          <p:cNvSpPr txBox="1"/>
          <p:nvPr/>
        </p:nvSpPr>
        <p:spPr>
          <a:xfrm>
            <a:off x="783204" y="6340750"/>
            <a:ext cx="18675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Workshop 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53863B-9C39-E608-B953-0FAF4DE771B2}"/>
              </a:ext>
            </a:extLst>
          </p:cNvPr>
          <p:cNvSpPr txBox="1"/>
          <p:nvPr/>
        </p:nvSpPr>
        <p:spPr>
          <a:xfrm>
            <a:off x="752169" y="5625264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Sports Activities </a:t>
            </a:r>
            <a:endParaRPr lang="en-US" dirty="0"/>
          </a:p>
        </p:txBody>
      </p:sp>
      <p:pic>
        <p:nvPicPr>
          <p:cNvPr id="6" name="Graphic 5" descr="Hamburger Menu Icon with solid fill">
            <a:extLst>
              <a:ext uri="{FF2B5EF4-FFF2-40B4-BE49-F238E27FC236}">
                <a16:creationId xmlns:a16="http://schemas.microsoft.com/office/drawing/2014/main" id="{A330D558-3680-9CE6-6F09-692ED26D8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70" y="1536405"/>
            <a:ext cx="427704" cy="31802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25DBCD-103A-92ED-C70B-56131759FD1B}"/>
              </a:ext>
            </a:extLst>
          </p:cNvPr>
          <p:cNvCxnSpPr/>
          <p:nvPr/>
        </p:nvCxnSpPr>
        <p:spPr>
          <a:xfrm>
            <a:off x="540774" y="1869954"/>
            <a:ext cx="0" cy="5002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32E555-DAB1-8B46-5F88-3F730B667DEE}"/>
              </a:ext>
            </a:extLst>
          </p:cNvPr>
          <p:cNvCxnSpPr/>
          <p:nvPr/>
        </p:nvCxnSpPr>
        <p:spPr>
          <a:xfrm>
            <a:off x="2851355" y="1854428"/>
            <a:ext cx="0" cy="50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CD16A93-F127-54E0-F3EC-71B8DBC74957}"/>
              </a:ext>
            </a:extLst>
          </p:cNvPr>
          <p:cNvSpPr txBox="1"/>
          <p:nvPr/>
        </p:nvSpPr>
        <p:spPr>
          <a:xfrm>
            <a:off x="3289372" y="2421512"/>
            <a:ext cx="859339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image</a:t>
            </a:r>
          </a:p>
        </p:txBody>
      </p:sp>
      <p:pic>
        <p:nvPicPr>
          <p:cNvPr id="14" name="Graphic 13" descr="Image outline">
            <a:extLst>
              <a:ext uri="{FF2B5EF4-FFF2-40B4-BE49-F238E27FC236}">
                <a16:creationId xmlns:a16="http://schemas.microsoft.com/office/drawing/2014/main" id="{660CBFB2-B58C-15BA-1A6A-C76086C80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3882" y="1769727"/>
            <a:ext cx="3233845" cy="32338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06D8C1-509C-57B7-EA19-3DFD892CD884}"/>
              </a:ext>
            </a:extLst>
          </p:cNvPr>
          <p:cNvSpPr txBox="1"/>
          <p:nvPr/>
        </p:nvSpPr>
        <p:spPr>
          <a:xfrm>
            <a:off x="3421626" y="4913174"/>
            <a:ext cx="8192066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Content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731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9A6CA5-F1DA-347F-3A03-B680E9B2EBFC}"/>
              </a:ext>
            </a:extLst>
          </p:cNvPr>
          <p:cNvCxnSpPr>
            <a:cxnSpLocks/>
          </p:cNvCxnSpPr>
          <p:nvPr/>
        </p:nvCxnSpPr>
        <p:spPr>
          <a:xfrm>
            <a:off x="-37935" y="716734"/>
            <a:ext cx="12267869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7FE1F0-03EA-AFF7-2049-345F3A0CA088}"/>
              </a:ext>
            </a:extLst>
          </p:cNvPr>
          <p:cNvSpPr txBox="1"/>
          <p:nvPr/>
        </p:nvSpPr>
        <p:spPr>
          <a:xfrm>
            <a:off x="2671539" y="61610"/>
            <a:ext cx="634024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Achievements</a:t>
            </a:r>
            <a:endParaRPr lang="en-US" sz="36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83D5458-D6AB-22C1-2266-2E37333B8271}"/>
              </a:ext>
            </a:extLst>
          </p:cNvPr>
          <p:cNvCxnSpPr>
            <a:cxnSpLocks/>
          </p:cNvCxnSpPr>
          <p:nvPr/>
        </p:nvCxnSpPr>
        <p:spPr>
          <a:xfrm>
            <a:off x="0" y="1171860"/>
            <a:ext cx="12192000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6A9F647-371E-8AC5-AD12-A1134655EFB7}"/>
              </a:ext>
            </a:extLst>
          </p:cNvPr>
          <p:cNvSpPr txBox="1"/>
          <p:nvPr/>
        </p:nvSpPr>
        <p:spPr>
          <a:xfrm rot="10800000" flipV="1">
            <a:off x="1435817" y="1604959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E0AD7-7A99-D9A5-DC9F-681266B1B410}"/>
              </a:ext>
            </a:extLst>
          </p:cNvPr>
          <p:cNvSpPr txBox="1"/>
          <p:nvPr/>
        </p:nvSpPr>
        <p:spPr>
          <a:xfrm>
            <a:off x="15669" y="3359890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Employed 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350655-8369-5A85-DD33-C5C68448B0DC}"/>
              </a:ext>
            </a:extLst>
          </p:cNvPr>
          <p:cNvSpPr txBox="1"/>
          <p:nvPr/>
        </p:nvSpPr>
        <p:spPr>
          <a:xfrm>
            <a:off x="842740" y="1169214"/>
            <a:ext cx="1728252" cy="369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Higher Studies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8C3981-4503-08D5-69C1-57C3782C123F}"/>
              </a:ext>
            </a:extLst>
          </p:cNvPr>
          <p:cNvSpPr txBox="1"/>
          <p:nvPr/>
        </p:nvSpPr>
        <p:spPr>
          <a:xfrm>
            <a:off x="1536364" y="1722119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pic>
        <p:nvPicPr>
          <p:cNvPr id="6" name="Graphic 5" descr="Hamburger Menu Icon with solid fill">
            <a:extLst>
              <a:ext uri="{FF2B5EF4-FFF2-40B4-BE49-F238E27FC236}">
                <a16:creationId xmlns:a16="http://schemas.microsoft.com/office/drawing/2014/main" id="{B28122AA-A656-F8AF-F8AA-1A7124FC8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577" y="803616"/>
            <a:ext cx="427704" cy="3180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97F0B3-3DC0-9334-B837-A4A80FB1D0EB}"/>
              </a:ext>
            </a:extLst>
          </p:cNvPr>
          <p:cNvSpPr txBox="1"/>
          <p:nvPr/>
        </p:nvSpPr>
        <p:spPr>
          <a:xfrm>
            <a:off x="3866456" y="1672517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A0BA0-D535-9033-5EB6-34C3BAD8C837}"/>
              </a:ext>
            </a:extLst>
          </p:cNvPr>
          <p:cNvSpPr txBox="1"/>
          <p:nvPr/>
        </p:nvSpPr>
        <p:spPr>
          <a:xfrm>
            <a:off x="6196546" y="1713345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5170E4-9CC5-AB47-74A9-647CFED8135B}"/>
              </a:ext>
            </a:extLst>
          </p:cNvPr>
          <p:cNvSpPr txBox="1"/>
          <p:nvPr/>
        </p:nvSpPr>
        <p:spPr>
          <a:xfrm rot="10800000" flipV="1">
            <a:off x="3765908" y="1578524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75AAE7-B16F-9982-FF6A-59FBB3828D1D}"/>
              </a:ext>
            </a:extLst>
          </p:cNvPr>
          <p:cNvSpPr txBox="1"/>
          <p:nvPr/>
        </p:nvSpPr>
        <p:spPr>
          <a:xfrm rot="10800000" flipV="1">
            <a:off x="6095999" y="1578525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A12FFC-DC53-6C1A-5F40-42C50CEF7CF2}"/>
              </a:ext>
            </a:extLst>
          </p:cNvPr>
          <p:cNvSpPr txBox="1"/>
          <p:nvPr/>
        </p:nvSpPr>
        <p:spPr>
          <a:xfrm>
            <a:off x="8669359" y="170455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A8F87-1BBA-D86B-383C-C8516B988D18}"/>
              </a:ext>
            </a:extLst>
          </p:cNvPr>
          <p:cNvSpPr txBox="1"/>
          <p:nvPr/>
        </p:nvSpPr>
        <p:spPr>
          <a:xfrm rot="10800000" flipV="1">
            <a:off x="8568812" y="156973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3AB688-5FA8-3AA0-B97B-6392CFF8BBC6}"/>
              </a:ext>
            </a:extLst>
          </p:cNvPr>
          <p:cNvSpPr txBox="1"/>
          <p:nvPr/>
        </p:nvSpPr>
        <p:spPr>
          <a:xfrm>
            <a:off x="3866455" y="3856143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8CB692-5F45-E96F-2F1F-D69866D78C19}"/>
              </a:ext>
            </a:extLst>
          </p:cNvPr>
          <p:cNvSpPr txBox="1"/>
          <p:nvPr/>
        </p:nvSpPr>
        <p:spPr>
          <a:xfrm rot="10800000" flipV="1">
            <a:off x="3765908" y="3721323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8AF32B-4A91-AA80-71FF-AA91CA8BF140}"/>
              </a:ext>
            </a:extLst>
          </p:cNvPr>
          <p:cNvSpPr txBox="1"/>
          <p:nvPr/>
        </p:nvSpPr>
        <p:spPr>
          <a:xfrm>
            <a:off x="6196546" y="3798623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8FE466-1FA7-007A-87F1-C9F4821CFCCF}"/>
              </a:ext>
            </a:extLst>
          </p:cNvPr>
          <p:cNvSpPr txBox="1"/>
          <p:nvPr/>
        </p:nvSpPr>
        <p:spPr>
          <a:xfrm rot="10800000" flipV="1">
            <a:off x="6095999" y="3663803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5E4FBA-8411-81B8-E318-CB6271A086D1}"/>
              </a:ext>
            </a:extLst>
          </p:cNvPr>
          <p:cNvSpPr txBox="1"/>
          <p:nvPr/>
        </p:nvSpPr>
        <p:spPr>
          <a:xfrm>
            <a:off x="8669359" y="3798624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7B1B24-0163-A483-CC14-B0B6C6292D48}"/>
              </a:ext>
            </a:extLst>
          </p:cNvPr>
          <p:cNvSpPr txBox="1"/>
          <p:nvPr/>
        </p:nvSpPr>
        <p:spPr>
          <a:xfrm rot="10800000" flipV="1">
            <a:off x="8568812" y="3663804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4BC3E3-4665-90D8-EB39-DDE7D7342529}"/>
              </a:ext>
            </a:extLst>
          </p:cNvPr>
          <p:cNvSpPr txBox="1"/>
          <p:nvPr/>
        </p:nvSpPr>
        <p:spPr>
          <a:xfrm>
            <a:off x="1534136" y="3859853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192DC8-D6A7-C562-C2B1-8039B0B57197}"/>
              </a:ext>
            </a:extLst>
          </p:cNvPr>
          <p:cNvSpPr txBox="1"/>
          <p:nvPr/>
        </p:nvSpPr>
        <p:spPr>
          <a:xfrm rot="10800000" flipV="1">
            <a:off x="1433589" y="3725033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734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166147-C77A-CAF3-4E7D-F43FFDCBEBDC}"/>
              </a:ext>
            </a:extLst>
          </p:cNvPr>
          <p:cNvCxnSpPr>
            <a:cxnSpLocks/>
          </p:cNvCxnSpPr>
          <p:nvPr/>
        </p:nvCxnSpPr>
        <p:spPr>
          <a:xfrm>
            <a:off x="-37935" y="716734"/>
            <a:ext cx="12267869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1B7566D-254D-4DA2-DCFE-C1CA41EB8BF3}"/>
              </a:ext>
            </a:extLst>
          </p:cNvPr>
          <p:cNvSpPr txBox="1"/>
          <p:nvPr/>
        </p:nvSpPr>
        <p:spPr>
          <a:xfrm>
            <a:off x="2671539" y="61610"/>
            <a:ext cx="634024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Alumni</a:t>
            </a:r>
            <a:endParaRPr lang="en-US" sz="36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0429A5-1EA5-C160-2A00-3D9B791BDF06}"/>
              </a:ext>
            </a:extLst>
          </p:cNvPr>
          <p:cNvCxnSpPr>
            <a:cxnSpLocks/>
          </p:cNvCxnSpPr>
          <p:nvPr/>
        </p:nvCxnSpPr>
        <p:spPr>
          <a:xfrm>
            <a:off x="0" y="1171860"/>
            <a:ext cx="12192000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7C871ED-5537-825B-EFC6-EF987C48C0B4}"/>
              </a:ext>
            </a:extLst>
          </p:cNvPr>
          <p:cNvSpPr txBox="1"/>
          <p:nvPr/>
        </p:nvSpPr>
        <p:spPr>
          <a:xfrm rot="10800000" flipV="1">
            <a:off x="1435817" y="1604959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87BAF4-DC54-59E8-6B2E-9F16169509C6}"/>
              </a:ext>
            </a:extLst>
          </p:cNvPr>
          <p:cNvSpPr txBox="1"/>
          <p:nvPr/>
        </p:nvSpPr>
        <p:spPr>
          <a:xfrm>
            <a:off x="15669" y="3359890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Batch : 2022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9B5DA-EB81-B40D-FF1A-A6B7A6CDBAE5}"/>
              </a:ext>
            </a:extLst>
          </p:cNvPr>
          <p:cNvSpPr txBox="1"/>
          <p:nvPr/>
        </p:nvSpPr>
        <p:spPr>
          <a:xfrm>
            <a:off x="842740" y="1169214"/>
            <a:ext cx="1728252" cy="369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Batch : 2023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965257-59A7-B29A-9B69-81255DF844B6}"/>
              </a:ext>
            </a:extLst>
          </p:cNvPr>
          <p:cNvSpPr txBox="1"/>
          <p:nvPr/>
        </p:nvSpPr>
        <p:spPr>
          <a:xfrm>
            <a:off x="1536364" y="1722119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pic>
        <p:nvPicPr>
          <p:cNvPr id="42" name="Graphic 41" descr="Hamburger Menu Icon with solid fill">
            <a:extLst>
              <a:ext uri="{FF2B5EF4-FFF2-40B4-BE49-F238E27FC236}">
                <a16:creationId xmlns:a16="http://schemas.microsoft.com/office/drawing/2014/main" id="{84AEA5C0-CDFA-13A7-17C3-FF0A9E6B2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577" y="803616"/>
            <a:ext cx="427704" cy="31802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0866533-5DEE-9879-0284-FEEACA84EB78}"/>
              </a:ext>
            </a:extLst>
          </p:cNvPr>
          <p:cNvSpPr txBox="1"/>
          <p:nvPr/>
        </p:nvSpPr>
        <p:spPr>
          <a:xfrm>
            <a:off x="3866456" y="1672517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1EAD37-85E6-1EDC-62DB-345D1D9AF784}"/>
              </a:ext>
            </a:extLst>
          </p:cNvPr>
          <p:cNvSpPr txBox="1"/>
          <p:nvPr/>
        </p:nvSpPr>
        <p:spPr>
          <a:xfrm>
            <a:off x="6196546" y="1713345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BAA503-0776-7347-650F-5122A09C8FC4}"/>
              </a:ext>
            </a:extLst>
          </p:cNvPr>
          <p:cNvSpPr txBox="1"/>
          <p:nvPr/>
        </p:nvSpPr>
        <p:spPr>
          <a:xfrm rot="10800000" flipV="1">
            <a:off x="3765908" y="1578524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BEE05A-FDE1-0D40-CDAA-326D0ECAD1CD}"/>
              </a:ext>
            </a:extLst>
          </p:cNvPr>
          <p:cNvSpPr txBox="1"/>
          <p:nvPr/>
        </p:nvSpPr>
        <p:spPr>
          <a:xfrm rot="10800000" flipV="1">
            <a:off x="6095999" y="1578525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0B4C23-2392-10C8-F6E5-D6E1949F4E72}"/>
              </a:ext>
            </a:extLst>
          </p:cNvPr>
          <p:cNvSpPr txBox="1"/>
          <p:nvPr/>
        </p:nvSpPr>
        <p:spPr>
          <a:xfrm>
            <a:off x="8669359" y="170455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46D735-CD6D-A0C2-1D85-F875B0FF13F2}"/>
              </a:ext>
            </a:extLst>
          </p:cNvPr>
          <p:cNvSpPr txBox="1"/>
          <p:nvPr/>
        </p:nvSpPr>
        <p:spPr>
          <a:xfrm rot="10800000" flipV="1">
            <a:off x="8568812" y="156973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0CAE43-3D6B-EDF2-1395-B433F58A5B10}"/>
              </a:ext>
            </a:extLst>
          </p:cNvPr>
          <p:cNvSpPr txBox="1"/>
          <p:nvPr/>
        </p:nvSpPr>
        <p:spPr>
          <a:xfrm>
            <a:off x="3866455" y="3856143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0C91E7-3644-49DF-0EC3-BABCEEE1363C}"/>
              </a:ext>
            </a:extLst>
          </p:cNvPr>
          <p:cNvSpPr txBox="1"/>
          <p:nvPr/>
        </p:nvSpPr>
        <p:spPr>
          <a:xfrm rot="10800000" flipV="1">
            <a:off x="3765908" y="3721323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D7660B-0A89-520C-C2DF-CD145EE74830}"/>
              </a:ext>
            </a:extLst>
          </p:cNvPr>
          <p:cNvSpPr txBox="1"/>
          <p:nvPr/>
        </p:nvSpPr>
        <p:spPr>
          <a:xfrm>
            <a:off x="6196546" y="3798623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061EE8-5A53-E552-C364-7A1A942909A5}"/>
              </a:ext>
            </a:extLst>
          </p:cNvPr>
          <p:cNvSpPr txBox="1"/>
          <p:nvPr/>
        </p:nvSpPr>
        <p:spPr>
          <a:xfrm rot="10800000" flipV="1">
            <a:off x="6095999" y="3663803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AB5597-0643-DAD5-8BF1-98A081386433}"/>
              </a:ext>
            </a:extLst>
          </p:cNvPr>
          <p:cNvSpPr txBox="1"/>
          <p:nvPr/>
        </p:nvSpPr>
        <p:spPr>
          <a:xfrm>
            <a:off x="8669359" y="3798624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4E88A3-D1F7-8479-9B77-51E7E75AB4D9}"/>
              </a:ext>
            </a:extLst>
          </p:cNvPr>
          <p:cNvSpPr txBox="1"/>
          <p:nvPr/>
        </p:nvSpPr>
        <p:spPr>
          <a:xfrm rot="10800000" flipV="1">
            <a:off x="8568812" y="3663804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EAE9D0-286E-5D93-FE04-C82868474C09}"/>
              </a:ext>
            </a:extLst>
          </p:cNvPr>
          <p:cNvSpPr txBox="1"/>
          <p:nvPr/>
        </p:nvSpPr>
        <p:spPr>
          <a:xfrm>
            <a:off x="1534136" y="3859853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18243B-B45C-6E11-6C37-E8F42FCF684D}"/>
              </a:ext>
            </a:extLst>
          </p:cNvPr>
          <p:cNvSpPr txBox="1"/>
          <p:nvPr/>
        </p:nvSpPr>
        <p:spPr>
          <a:xfrm rot="10800000" flipV="1">
            <a:off x="1433589" y="3725033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9002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9A6CA5-F1DA-347F-3A03-B680E9B2EBFC}"/>
              </a:ext>
            </a:extLst>
          </p:cNvPr>
          <p:cNvCxnSpPr>
            <a:cxnSpLocks/>
          </p:cNvCxnSpPr>
          <p:nvPr/>
        </p:nvCxnSpPr>
        <p:spPr>
          <a:xfrm>
            <a:off x="0" y="874030"/>
            <a:ext cx="12267869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7FE1F0-03EA-AFF7-2049-345F3A0CA088}"/>
              </a:ext>
            </a:extLst>
          </p:cNvPr>
          <p:cNvSpPr txBox="1"/>
          <p:nvPr/>
        </p:nvSpPr>
        <p:spPr>
          <a:xfrm>
            <a:off x="2671539" y="81722"/>
            <a:ext cx="634024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Faculties </a:t>
            </a:r>
            <a:endParaRPr lang="en-US" sz="36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83D5458-D6AB-22C1-2266-2E37333B8271}"/>
              </a:ext>
            </a:extLst>
          </p:cNvPr>
          <p:cNvCxnSpPr>
            <a:cxnSpLocks/>
          </p:cNvCxnSpPr>
          <p:nvPr/>
        </p:nvCxnSpPr>
        <p:spPr>
          <a:xfrm>
            <a:off x="0" y="1289848"/>
            <a:ext cx="12809985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E350655-8369-5A85-DD33-C5C68448B0DC}"/>
              </a:ext>
            </a:extLst>
          </p:cNvPr>
          <p:cNvSpPr txBox="1"/>
          <p:nvPr/>
        </p:nvSpPr>
        <p:spPr>
          <a:xfrm>
            <a:off x="2215093" y="1290111"/>
            <a:ext cx="77618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Dept. Comp. Science. Has an exciting teacher with high skills and knowledge. </a:t>
            </a:r>
            <a:endParaRPr lang="en-US" dirty="0"/>
          </a:p>
        </p:txBody>
      </p:sp>
      <p:pic>
        <p:nvPicPr>
          <p:cNvPr id="5" name="Graphic 4" descr="Hamburger Menu Icon with solid fill">
            <a:extLst>
              <a:ext uri="{FF2B5EF4-FFF2-40B4-BE49-F238E27FC236}">
                <a16:creationId xmlns:a16="http://schemas.microsoft.com/office/drawing/2014/main" id="{02F87A7E-ED46-689E-5DC6-F7AB87744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576" y="922928"/>
            <a:ext cx="427704" cy="318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EE0D6B-3A1E-2FEE-720F-47BB6D2F05A4}"/>
              </a:ext>
            </a:extLst>
          </p:cNvPr>
          <p:cNvSpPr txBox="1"/>
          <p:nvPr/>
        </p:nvSpPr>
        <p:spPr>
          <a:xfrm>
            <a:off x="2315640" y="2292813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71D56-6FF6-75A8-5E9A-79990543D808}"/>
              </a:ext>
            </a:extLst>
          </p:cNvPr>
          <p:cNvSpPr txBox="1"/>
          <p:nvPr/>
        </p:nvSpPr>
        <p:spPr>
          <a:xfrm rot="10800000" flipV="1">
            <a:off x="2215093" y="2157993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E2904B-08D8-B3B3-BB63-3D0505662459}"/>
              </a:ext>
            </a:extLst>
          </p:cNvPr>
          <p:cNvSpPr txBox="1"/>
          <p:nvPr/>
        </p:nvSpPr>
        <p:spPr>
          <a:xfrm>
            <a:off x="7022610" y="2292814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D1F83-0021-A399-FB78-9CF03611695B}"/>
              </a:ext>
            </a:extLst>
          </p:cNvPr>
          <p:cNvSpPr txBox="1"/>
          <p:nvPr/>
        </p:nvSpPr>
        <p:spPr>
          <a:xfrm rot="10800000" flipV="1">
            <a:off x="6922063" y="2157994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1E5B07-4667-4294-9981-5EBE312DCAF8}"/>
              </a:ext>
            </a:extLst>
          </p:cNvPr>
          <p:cNvSpPr txBox="1"/>
          <p:nvPr/>
        </p:nvSpPr>
        <p:spPr>
          <a:xfrm>
            <a:off x="2315639" y="4364464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ACDDD-52FA-3D6C-4F78-ED54C00162CE}"/>
              </a:ext>
            </a:extLst>
          </p:cNvPr>
          <p:cNvSpPr txBox="1"/>
          <p:nvPr/>
        </p:nvSpPr>
        <p:spPr>
          <a:xfrm rot="10800000" flipV="1">
            <a:off x="2215092" y="4229644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4805A-0F88-FDF7-BCDE-F94499F013F9}"/>
              </a:ext>
            </a:extLst>
          </p:cNvPr>
          <p:cNvSpPr txBox="1"/>
          <p:nvPr/>
        </p:nvSpPr>
        <p:spPr>
          <a:xfrm>
            <a:off x="7022610" y="4364464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1CFA0-403E-D7F6-1AE1-F0FFB5CF2C24}"/>
              </a:ext>
            </a:extLst>
          </p:cNvPr>
          <p:cNvSpPr txBox="1"/>
          <p:nvPr/>
        </p:nvSpPr>
        <p:spPr>
          <a:xfrm rot="10800000" flipV="1">
            <a:off x="6922063" y="4229644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6116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9A6CA5-F1DA-347F-3A03-B680E9B2EBFC}"/>
              </a:ext>
            </a:extLst>
          </p:cNvPr>
          <p:cNvCxnSpPr>
            <a:cxnSpLocks/>
          </p:cNvCxnSpPr>
          <p:nvPr/>
        </p:nvCxnSpPr>
        <p:spPr>
          <a:xfrm>
            <a:off x="-37935" y="933025"/>
            <a:ext cx="12267869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7FE1F0-03EA-AFF7-2049-345F3A0CA088}"/>
              </a:ext>
            </a:extLst>
          </p:cNvPr>
          <p:cNvSpPr txBox="1"/>
          <p:nvPr/>
        </p:nvSpPr>
        <p:spPr>
          <a:xfrm>
            <a:off x="2671539" y="79998"/>
            <a:ext cx="634024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Students </a:t>
            </a:r>
            <a:endParaRPr lang="en-US" sz="36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83D5458-D6AB-22C1-2266-2E37333B8271}"/>
              </a:ext>
            </a:extLst>
          </p:cNvPr>
          <p:cNvCxnSpPr>
            <a:cxnSpLocks/>
          </p:cNvCxnSpPr>
          <p:nvPr/>
        </p:nvCxnSpPr>
        <p:spPr>
          <a:xfrm>
            <a:off x="-37935" y="1348842"/>
            <a:ext cx="12809985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DE0AD7-7A99-D9A5-DC9F-681266B1B410}"/>
              </a:ext>
            </a:extLst>
          </p:cNvPr>
          <p:cNvSpPr txBox="1"/>
          <p:nvPr/>
        </p:nvSpPr>
        <p:spPr>
          <a:xfrm>
            <a:off x="710452" y="3565473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3</a:t>
            </a:r>
            <a:r>
              <a:rPr lang="en-IN" baseline="30000" dirty="0"/>
              <a:t>rd</a:t>
            </a:r>
            <a:r>
              <a:rPr lang="en-IN" dirty="0"/>
              <a:t> </a:t>
            </a:r>
            <a:r>
              <a:rPr lang="en-IN" dirty="0" err="1"/>
              <a:t>sem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350655-8369-5A85-DD33-C5C68448B0DC}"/>
              </a:ext>
            </a:extLst>
          </p:cNvPr>
          <p:cNvSpPr txBox="1"/>
          <p:nvPr/>
        </p:nvSpPr>
        <p:spPr>
          <a:xfrm>
            <a:off x="649253" y="1348842"/>
            <a:ext cx="2255722" cy="369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5</a:t>
            </a:r>
            <a:r>
              <a:rPr lang="en-IN" baseline="30000" dirty="0"/>
              <a:t>th</a:t>
            </a:r>
            <a:r>
              <a:rPr lang="en-IN" dirty="0"/>
              <a:t> </a:t>
            </a:r>
            <a:r>
              <a:rPr lang="en-IN" dirty="0" err="1"/>
              <a:t>Sem</a:t>
            </a:r>
            <a:r>
              <a:rPr lang="en-IN" dirty="0"/>
              <a:t> </a:t>
            </a:r>
            <a:endParaRPr lang="en-US" dirty="0"/>
          </a:p>
        </p:txBody>
      </p:sp>
      <p:pic>
        <p:nvPicPr>
          <p:cNvPr id="5" name="Graphic 4" descr="Hamburger Menu Icon with solid fill">
            <a:extLst>
              <a:ext uri="{FF2B5EF4-FFF2-40B4-BE49-F238E27FC236}">
                <a16:creationId xmlns:a16="http://schemas.microsoft.com/office/drawing/2014/main" id="{F6D05873-3207-DF3E-0094-4A3CFE5D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73" y="981922"/>
            <a:ext cx="427704" cy="318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50ABDE-1621-791B-2C38-E69F7671E1F6}"/>
              </a:ext>
            </a:extLst>
          </p:cNvPr>
          <p:cNvSpPr txBox="1"/>
          <p:nvPr/>
        </p:nvSpPr>
        <p:spPr>
          <a:xfrm>
            <a:off x="1752520" y="1899479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2CE6C-4814-5A5B-904A-0FBE1EEEB8AA}"/>
              </a:ext>
            </a:extLst>
          </p:cNvPr>
          <p:cNvSpPr txBox="1"/>
          <p:nvPr/>
        </p:nvSpPr>
        <p:spPr>
          <a:xfrm rot="10800000" flipV="1">
            <a:off x="1651973" y="1764659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F6C4A-F614-3762-3352-04B142FBBEF1}"/>
              </a:ext>
            </a:extLst>
          </p:cNvPr>
          <p:cNvSpPr txBox="1"/>
          <p:nvPr/>
        </p:nvSpPr>
        <p:spPr>
          <a:xfrm>
            <a:off x="4013939" y="189948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01EEB-38C9-7153-2F30-FEB6744679B6}"/>
              </a:ext>
            </a:extLst>
          </p:cNvPr>
          <p:cNvSpPr txBox="1"/>
          <p:nvPr/>
        </p:nvSpPr>
        <p:spPr>
          <a:xfrm rot="10800000" flipV="1">
            <a:off x="3913392" y="176466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F8580-0378-EECD-F476-1B58A262C4C7}"/>
              </a:ext>
            </a:extLst>
          </p:cNvPr>
          <p:cNvSpPr txBox="1"/>
          <p:nvPr/>
        </p:nvSpPr>
        <p:spPr>
          <a:xfrm>
            <a:off x="6275358" y="189948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1D751-F5C7-8BBB-5389-8A9691FFE716}"/>
              </a:ext>
            </a:extLst>
          </p:cNvPr>
          <p:cNvSpPr txBox="1"/>
          <p:nvPr/>
        </p:nvSpPr>
        <p:spPr>
          <a:xfrm rot="10800000" flipV="1">
            <a:off x="6174811" y="176466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803A07-C587-0F47-4C26-B6E6F06B032C}"/>
              </a:ext>
            </a:extLst>
          </p:cNvPr>
          <p:cNvSpPr txBox="1"/>
          <p:nvPr/>
        </p:nvSpPr>
        <p:spPr>
          <a:xfrm>
            <a:off x="8536777" y="189948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ACE893-A52B-F38B-4F83-59025F0D98FE}"/>
              </a:ext>
            </a:extLst>
          </p:cNvPr>
          <p:cNvSpPr txBox="1"/>
          <p:nvPr/>
        </p:nvSpPr>
        <p:spPr>
          <a:xfrm rot="10800000" flipV="1">
            <a:off x="8436230" y="176466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7BF1D-D0AE-E515-D9DE-12BA21968FBA}"/>
              </a:ext>
            </a:extLst>
          </p:cNvPr>
          <p:cNvSpPr txBox="1"/>
          <p:nvPr/>
        </p:nvSpPr>
        <p:spPr>
          <a:xfrm>
            <a:off x="1725399" y="416260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6C2A02-72CD-2941-6FA1-B2EA58B767A4}"/>
              </a:ext>
            </a:extLst>
          </p:cNvPr>
          <p:cNvSpPr txBox="1"/>
          <p:nvPr/>
        </p:nvSpPr>
        <p:spPr>
          <a:xfrm rot="10800000" flipV="1">
            <a:off x="1624852" y="402778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ADA011-7ADD-F334-75F1-7362F765E5D9}"/>
              </a:ext>
            </a:extLst>
          </p:cNvPr>
          <p:cNvSpPr txBox="1"/>
          <p:nvPr/>
        </p:nvSpPr>
        <p:spPr>
          <a:xfrm>
            <a:off x="4013939" y="416260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411A4E-1229-E1B1-930F-8C4AA3BB62A9}"/>
              </a:ext>
            </a:extLst>
          </p:cNvPr>
          <p:cNvSpPr txBox="1"/>
          <p:nvPr/>
        </p:nvSpPr>
        <p:spPr>
          <a:xfrm rot="10800000" flipV="1">
            <a:off x="3913392" y="402778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E0D083-48A5-0576-355D-7D6B17DA6CCA}"/>
              </a:ext>
            </a:extLst>
          </p:cNvPr>
          <p:cNvSpPr txBox="1"/>
          <p:nvPr/>
        </p:nvSpPr>
        <p:spPr>
          <a:xfrm>
            <a:off x="6275358" y="416260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52A80D-6F83-634F-66A7-C91C7D304C22}"/>
              </a:ext>
            </a:extLst>
          </p:cNvPr>
          <p:cNvSpPr txBox="1"/>
          <p:nvPr/>
        </p:nvSpPr>
        <p:spPr>
          <a:xfrm rot="10800000" flipV="1">
            <a:off x="6174811" y="402778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FF02D-8EFD-76DB-BDC7-9D991DD8CADA}"/>
              </a:ext>
            </a:extLst>
          </p:cNvPr>
          <p:cNvSpPr txBox="1"/>
          <p:nvPr/>
        </p:nvSpPr>
        <p:spPr>
          <a:xfrm>
            <a:off x="8536776" y="416260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EE5551-11F7-309E-D080-B8998F3361E7}"/>
              </a:ext>
            </a:extLst>
          </p:cNvPr>
          <p:cNvSpPr txBox="1"/>
          <p:nvPr/>
        </p:nvSpPr>
        <p:spPr>
          <a:xfrm rot="10800000" flipV="1">
            <a:off x="8436229" y="402778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649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9A6CA5-F1DA-347F-3A03-B680E9B2EBFC}"/>
              </a:ext>
            </a:extLst>
          </p:cNvPr>
          <p:cNvCxnSpPr>
            <a:cxnSpLocks/>
          </p:cNvCxnSpPr>
          <p:nvPr/>
        </p:nvCxnSpPr>
        <p:spPr>
          <a:xfrm>
            <a:off x="0" y="854366"/>
            <a:ext cx="12267869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7FE1F0-03EA-AFF7-2049-345F3A0CA088}"/>
              </a:ext>
            </a:extLst>
          </p:cNvPr>
          <p:cNvSpPr txBox="1"/>
          <p:nvPr/>
        </p:nvSpPr>
        <p:spPr>
          <a:xfrm>
            <a:off x="2637259" y="83469"/>
            <a:ext cx="634024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Study Materials </a:t>
            </a:r>
            <a:endParaRPr lang="en-US" sz="36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83D5458-D6AB-22C1-2266-2E37333B8271}"/>
              </a:ext>
            </a:extLst>
          </p:cNvPr>
          <p:cNvCxnSpPr>
            <a:cxnSpLocks/>
          </p:cNvCxnSpPr>
          <p:nvPr/>
        </p:nvCxnSpPr>
        <p:spPr>
          <a:xfrm>
            <a:off x="-46077" y="1280015"/>
            <a:ext cx="12809985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E350655-8369-5A85-DD33-C5C68448B0DC}"/>
              </a:ext>
            </a:extLst>
          </p:cNvPr>
          <p:cNvSpPr txBox="1"/>
          <p:nvPr/>
        </p:nvSpPr>
        <p:spPr>
          <a:xfrm>
            <a:off x="717593" y="1274194"/>
            <a:ext cx="2255722" cy="369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Notes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8C3981-4503-08D5-69C1-57C3782C123F}"/>
              </a:ext>
            </a:extLst>
          </p:cNvPr>
          <p:cNvSpPr txBox="1"/>
          <p:nvPr/>
        </p:nvSpPr>
        <p:spPr>
          <a:xfrm>
            <a:off x="2973315" y="1774738"/>
            <a:ext cx="2255721" cy="358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1</a:t>
            </a:r>
            <a:r>
              <a:rPr lang="en-IN" baseline="30000" dirty="0"/>
              <a:t>st</a:t>
            </a:r>
            <a:r>
              <a:rPr lang="en-IN" dirty="0"/>
              <a:t> semester 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74E9A7A7-4D6E-C7BB-FE46-34245C7F2D6B}"/>
              </a:ext>
            </a:extLst>
          </p:cNvPr>
          <p:cNvSpPr/>
          <p:nvPr/>
        </p:nvSpPr>
        <p:spPr>
          <a:xfrm>
            <a:off x="-2116443" y="4048989"/>
            <a:ext cx="472340" cy="205891"/>
          </a:xfrm>
          <a:prstGeom prst="chevron">
            <a:avLst>
              <a:gd name="adj" fmla="val 18823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Graphic 4" descr="Hamburger Menu Icon with solid fill">
            <a:extLst>
              <a:ext uri="{FF2B5EF4-FFF2-40B4-BE49-F238E27FC236}">
                <a16:creationId xmlns:a16="http://schemas.microsoft.com/office/drawing/2014/main" id="{4BDD525D-7387-33F2-1DD4-00A1C2355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70" y="908179"/>
            <a:ext cx="427704" cy="318023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7ED0DFEE-4712-5650-56D2-861E82E3C80B}"/>
              </a:ext>
            </a:extLst>
          </p:cNvPr>
          <p:cNvSpPr/>
          <p:nvPr/>
        </p:nvSpPr>
        <p:spPr>
          <a:xfrm>
            <a:off x="4964522" y="1893748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05A13-2BD7-A5F1-2177-E2321DC4C505}"/>
              </a:ext>
            </a:extLst>
          </p:cNvPr>
          <p:cNvSpPr txBox="1"/>
          <p:nvPr/>
        </p:nvSpPr>
        <p:spPr>
          <a:xfrm>
            <a:off x="2973315" y="2252217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2</a:t>
            </a:r>
            <a:r>
              <a:rPr lang="en-IN" baseline="30000" dirty="0"/>
              <a:t>nd</a:t>
            </a:r>
            <a:r>
              <a:rPr lang="en-IN" dirty="0"/>
              <a:t> semester 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B02B4E7-D62B-F8BD-D59F-64282EEB17D2}"/>
              </a:ext>
            </a:extLst>
          </p:cNvPr>
          <p:cNvSpPr/>
          <p:nvPr/>
        </p:nvSpPr>
        <p:spPr>
          <a:xfrm>
            <a:off x="4964522" y="2371227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CAB6C1-5D40-8545-D9DA-9643EC0630D1}"/>
              </a:ext>
            </a:extLst>
          </p:cNvPr>
          <p:cNvSpPr txBox="1"/>
          <p:nvPr/>
        </p:nvSpPr>
        <p:spPr>
          <a:xfrm>
            <a:off x="2973315" y="2729696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3</a:t>
            </a:r>
            <a:r>
              <a:rPr lang="en-IN" baseline="30000" dirty="0"/>
              <a:t>rd</a:t>
            </a:r>
            <a:r>
              <a:rPr lang="en-IN" dirty="0"/>
              <a:t> semester 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90FF500-507E-41D1-D529-0F58C770B1AE}"/>
              </a:ext>
            </a:extLst>
          </p:cNvPr>
          <p:cNvSpPr/>
          <p:nvPr/>
        </p:nvSpPr>
        <p:spPr>
          <a:xfrm>
            <a:off x="4964522" y="2848706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F19BB5-9244-5390-9147-AAE9E1EFD4B6}"/>
              </a:ext>
            </a:extLst>
          </p:cNvPr>
          <p:cNvSpPr txBox="1"/>
          <p:nvPr/>
        </p:nvSpPr>
        <p:spPr>
          <a:xfrm>
            <a:off x="2973315" y="3233950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4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0F0038A6-E285-469D-ACC7-6EDF3B66D6CE}"/>
              </a:ext>
            </a:extLst>
          </p:cNvPr>
          <p:cNvSpPr/>
          <p:nvPr/>
        </p:nvSpPr>
        <p:spPr>
          <a:xfrm>
            <a:off x="4964522" y="3352960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52E087-C2EB-7258-D079-03F1C960BCFB}"/>
              </a:ext>
            </a:extLst>
          </p:cNvPr>
          <p:cNvSpPr txBox="1"/>
          <p:nvPr/>
        </p:nvSpPr>
        <p:spPr>
          <a:xfrm>
            <a:off x="2973315" y="3713486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5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9125D828-72B3-F4CD-8870-BECF9018F9A7}"/>
              </a:ext>
            </a:extLst>
          </p:cNvPr>
          <p:cNvSpPr/>
          <p:nvPr/>
        </p:nvSpPr>
        <p:spPr>
          <a:xfrm>
            <a:off x="4964522" y="3832496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FF12BA-625D-D912-26C3-32C546390EC9}"/>
              </a:ext>
            </a:extLst>
          </p:cNvPr>
          <p:cNvSpPr txBox="1"/>
          <p:nvPr/>
        </p:nvSpPr>
        <p:spPr>
          <a:xfrm>
            <a:off x="2973315" y="4190965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6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6AF113E1-18D0-37BC-9EC5-D2F6F269E5DF}"/>
              </a:ext>
            </a:extLst>
          </p:cNvPr>
          <p:cNvSpPr/>
          <p:nvPr/>
        </p:nvSpPr>
        <p:spPr>
          <a:xfrm>
            <a:off x="4964522" y="4309975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22D8A3-4134-219F-6791-24D38E5A12A8}"/>
              </a:ext>
            </a:extLst>
          </p:cNvPr>
          <p:cNvSpPr txBox="1"/>
          <p:nvPr/>
        </p:nvSpPr>
        <p:spPr>
          <a:xfrm>
            <a:off x="2973315" y="4668444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7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2D4B02DA-6C5D-884E-BFA0-FB9EA2E7ECFD}"/>
              </a:ext>
            </a:extLst>
          </p:cNvPr>
          <p:cNvSpPr/>
          <p:nvPr/>
        </p:nvSpPr>
        <p:spPr>
          <a:xfrm>
            <a:off x="4964522" y="4787454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733016-B9A8-D234-DE77-F73F4AA39AF7}"/>
              </a:ext>
            </a:extLst>
          </p:cNvPr>
          <p:cNvSpPr txBox="1"/>
          <p:nvPr/>
        </p:nvSpPr>
        <p:spPr>
          <a:xfrm>
            <a:off x="2973315" y="5135060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8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2A3043DD-D14E-4DB7-A3C7-E87AD8175360}"/>
              </a:ext>
            </a:extLst>
          </p:cNvPr>
          <p:cNvSpPr/>
          <p:nvPr/>
        </p:nvSpPr>
        <p:spPr>
          <a:xfrm>
            <a:off x="4964522" y="5254070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4A2859-833B-0ED1-A837-D0548673188E}"/>
              </a:ext>
            </a:extLst>
          </p:cNvPr>
          <p:cNvSpPr txBox="1"/>
          <p:nvPr/>
        </p:nvSpPr>
        <p:spPr>
          <a:xfrm>
            <a:off x="8444164" y="1774738"/>
            <a:ext cx="2255721" cy="358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1</a:t>
            </a:r>
            <a:r>
              <a:rPr lang="en-IN" baseline="30000" dirty="0"/>
              <a:t>st</a:t>
            </a:r>
            <a:r>
              <a:rPr lang="en-IN" dirty="0"/>
              <a:t> semester 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8EE16749-2257-81DE-F1F7-DC81DDF4C482}"/>
              </a:ext>
            </a:extLst>
          </p:cNvPr>
          <p:cNvSpPr/>
          <p:nvPr/>
        </p:nvSpPr>
        <p:spPr>
          <a:xfrm>
            <a:off x="10435371" y="1893748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59893E-09D3-6674-51DD-FF3A1FF19FFF}"/>
              </a:ext>
            </a:extLst>
          </p:cNvPr>
          <p:cNvSpPr txBox="1"/>
          <p:nvPr/>
        </p:nvSpPr>
        <p:spPr>
          <a:xfrm>
            <a:off x="8444164" y="2252217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2</a:t>
            </a:r>
            <a:r>
              <a:rPr lang="en-IN" baseline="30000" dirty="0"/>
              <a:t>nd</a:t>
            </a:r>
            <a:r>
              <a:rPr lang="en-IN" dirty="0"/>
              <a:t> semester </a:t>
            </a:r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5A4AC258-D456-9251-D946-70FE52F30E68}"/>
              </a:ext>
            </a:extLst>
          </p:cNvPr>
          <p:cNvSpPr/>
          <p:nvPr/>
        </p:nvSpPr>
        <p:spPr>
          <a:xfrm>
            <a:off x="10435371" y="2371227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15890D-4E84-4323-7A59-1A24914CCD52}"/>
              </a:ext>
            </a:extLst>
          </p:cNvPr>
          <p:cNvSpPr txBox="1"/>
          <p:nvPr/>
        </p:nvSpPr>
        <p:spPr>
          <a:xfrm>
            <a:off x="8444164" y="2729696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3</a:t>
            </a:r>
            <a:r>
              <a:rPr lang="en-IN" baseline="30000" dirty="0"/>
              <a:t>rd</a:t>
            </a:r>
            <a:r>
              <a:rPr lang="en-IN" dirty="0"/>
              <a:t> semester </a:t>
            </a: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CF223148-EA0A-A82A-B1CC-1F1C32E98E0C}"/>
              </a:ext>
            </a:extLst>
          </p:cNvPr>
          <p:cNvSpPr/>
          <p:nvPr/>
        </p:nvSpPr>
        <p:spPr>
          <a:xfrm>
            <a:off x="10435371" y="2848706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FEBD1F-BC9D-7340-18FC-FD506CA62341}"/>
              </a:ext>
            </a:extLst>
          </p:cNvPr>
          <p:cNvSpPr txBox="1"/>
          <p:nvPr/>
        </p:nvSpPr>
        <p:spPr>
          <a:xfrm>
            <a:off x="8444164" y="3233950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4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D57D9CC8-4532-6B15-5724-48151D2AB197}"/>
              </a:ext>
            </a:extLst>
          </p:cNvPr>
          <p:cNvSpPr/>
          <p:nvPr/>
        </p:nvSpPr>
        <p:spPr>
          <a:xfrm>
            <a:off x="10435371" y="3352960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8BCFFD-F29D-E6DB-85F2-70F2EDAECF0E}"/>
              </a:ext>
            </a:extLst>
          </p:cNvPr>
          <p:cNvSpPr txBox="1"/>
          <p:nvPr/>
        </p:nvSpPr>
        <p:spPr>
          <a:xfrm>
            <a:off x="8444164" y="3713486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5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26F108F1-EEE2-E902-F72A-74DB3C3D1D76}"/>
              </a:ext>
            </a:extLst>
          </p:cNvPr>
          <p:cNvSpPr/>
          <p:nvPr/>
        </p:nvSpPr>
        <p:spPr>
          <a:xfrm>
            <a:off x="10435371" y="3832496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409EAB-E28E-C1FC-B7EE-65F5A684751D}"/>
              </a:ext>
            </a:extLst>
          </p:cNvPr>
          <p:cNvSpPr txBox="1"/>
          <p:nvPr/>
        </p:nvSpPr>
        <p:spPr>
          <a:xfrm>
            <a:off x="8444164" y="4190965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6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496FD70A-A50E-92F8-34C7-1E0C467CEEF1}"/>
              </a:ext>
            </a:extLst>
          </p:cNvPr>
          <p:cNvSpPr/>
          <p:nvPr/>
        </p:nvSpPr>
        <p:spPr>
          <a:xfrm>
            <a:off x="10435371" y="4309975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0E926F-3275-C990-7BE4-0E8D6C745EAF}"/>
              </a:ext>
            </a:extLst>
          </p:cNvPr>
          <p:cNvSpPr txBox="1"/>
          <p:nvPr/>
        </p:nvSpPr>
        <p:spPr>
          <a:xfrm>
            <a:off x="8444164" y="4668444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7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5777DA62-EA9D-6AD6-E59D-2C54A0BA109E}"/>
              </a:ext>
            </a:extLst>
          </p:cNvPr>
          <p:cNvSpPr/>
          <p:nvPr/>
        </p:nvSpPr>
        <p:spPr>
          <a:xfrm>
            <a:off x="10435371" y="4787454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DA5FDC-7C87-7C05-8564-9B580C4A8161}"/>
              </a:ext>
            </a:extLst>
          </p:cNvPr>
          <p:cNvSpPr txBox="1"/>
          <p:nvPr/>
        </p:nvSpPr>
        <p:spPr>
          <a:xfrm>
            <a:off x="8444164" y="5135060"/>
            <a:ext cx="2255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BSc 8</a:t>
            </a:r>
            <a:r>
              <a:rPr lang="en-IN" baseline="30000" dirty="0"/>
              <a:t>th</a:t>
            </a:r>
            <a:r>
              <a:rPr lang="en-IN" dirty="0"/>
              <a:t> semester </a:t>
            </a:r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3937EEA2-1FFE-ABDC-E311-64BB59B5BE8D}"/>
              </a:ext>
            </a:extLst>
          </p:cNvPr>
          <p:cNvSpPr/>
          <p:nvPr/>
        </p:nvSpPr>
        <p:spPr>
          <a:xfrm>
            <a:off x="10435371" y="5254070"/>
            <a:ext cx="45719" cy="120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A8CCBF-2C3D-3702-DDD4-C5FD678E5D49}"/>
              </a:ext>
            </a:extLst>
          </p:cNvPr>
          <p:cNvSpPr txBox="1"/>
          <p:nvPr/>
        </p:nvSpPr>
        <p:spPr>
          <a:xfrm>
            <a:off x="6358915" y="1276542"/>
            <a:ext cx="2255722" cy="369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Books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13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BD50BCD-8EC9-D180-6AA7-140662135AD9}"/>
              </a:ext>
            </a:extLst>
          </p:cNvPr>
          <p:cNvCxnSpPr>
            <a:cxnSpLocks/>
          </p:cNvCxnSpPr>
          <p:nvPr/>
        </p:nvCxnSpPr>
        <p:spPr>
          <a:xfrm>
            <a:off x="-37935" y="933025"/>
            <a:ext cx="12267869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490BF8-7531-C22C-758A-3C22A486B82C}"/>
              </a:ext>
            </a:extLst>
          </p:cNvPr>
          <p:cNvSpPr txBox="1"/>
          <p:nvPr/>
        </p:nvSpPr>
        <p:spPr>
          <a:xfrm>
            <a:off x="2671539" y="79998"/>
            <a:ext cx="634024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b="1"/>
              <a:t>Contact </a:t>
            </a:r>
            <a:endParaRPr lang="en-US" sz="3600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96B8F3-B7B3-72AC-18D6-BE95725CA204}"/>
              </a:ext>
            </a:extLst>
          </p:cNvPr>
          <p:cNvCxnSpPr>
            <a:cxnSpLocks/>
          </p:cNvCxnSpPr>
          <p:nvPr/>
        </p:nvCxnSpPr>
        <p:spPr>
          <a:xfrm>
            <a:off x="-37935" y="1348842"/>
            <a:ext cx="12809985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48BB486-0064-FEF2-CE97-1B41C5F3A5C4}"/>
              </a:ext>
            </a:extLst>
          </p:cNvPr>
          <p:cNvSpPr txBox="1"/>
          <p:nvPr/>
        </p:nvSpPr>
        <p:spPr>
          <a:xfrm>
            <a:off x="710452" y="3574972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Faculty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D7A073-A34A-D185-006D-E1A1F63D1B47}"/>
              </a:ext>
            </a:extLst>
          </p:cNvPr>
          <p:cNvSpPr txBox="1"/>
          <p:nvPr/>
        </p:nvSpPr>
        <p:spPr>
          <a:xfrm>
            <a:off x="649253" y="1348842"/>
            <a:ext cx="29320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Students Representative  </a:t>
            </a:r>
            <a:endParaRPr lang="en-US" dirty="0"/>
          </a:p>
        </p:txBody>
      </p:sp>
      <p:pic>
        <p:nvPicPr>
          <p:cNvPr id="15" name="Graphic 14" descr="Hamburger Menu Icon with solid fill">
            <a:extLst>
              <a:ext uri="{FF2B5EF4-FFF2-40B4-BE49-F238E27FC236}">
                <a16:creationId xmlns:a16="http://schemas.microsoft.com/office/drawing/2014/main" id="{26C8D4E7-51D8-A033-E2E7-E5A57C7AB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73" y="981922"/>
            <a:ext cx="427704" cy="3180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EF6166-C9FC-6238-146D-C7BA2741E0B4}"/>
              </a:ext>
            </a:extLst>
          </p:cNvPr>
          <p:cNvSpPr txBox="1"/>
          <p:nvPr/>
        </p:nvSpPr>
        <p:spPr>
          <a:xfrm>
            <a:off x="1752520" y="1899479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D691B3-8B4E-359A-48E8-2E6793CA8438}"/>
              </a:ext>
            </a:extLst>
          </p:cNvPr>
          <p:cNvSpPr txBox="1"/>
          <p:nvPr/>
        </p:nvSpPr>
        <p:spPr>
          <a:xfrm rot="10800000" flipV="1">
            <a:off x="1651973" y="1764659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B963C9-A26E-EB20-BE0C-575196B63E5E}"/>
              </a:ext>
            </a:extLst>
          </p:cNvPr>
          <p:cNvSpPr txBox="1"/>
          <p:nvPr/>
        </p:nvSpPr>
        <p:spPr>
          <a:xfrm>
            <a:off x="4013939" y="189948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7B86CB-FAB9-ADB3-2C07-8B1F846C2A82}"/>
              </a:ext>
            </a:extLst>
          </p:cNvPr>
          <p:cNvSpPr txBox="1"/>
          <p:nvPr/>
        </p:nvSpPr>
        <p:spPr>
          <a:xfrm rot="10800000" flipV="1">
            <a:off x="3913392" y="176466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A53DA9-1FB8-DAE0-97F4-92164026B388}"/>
              </a:ext>
            </a:extLst>
          </p:cNvPr>
          <p:cNvSpPr txBox="1"/>
          <p:nvPr/>
        </p:nvSpPr>
        <p:spPr>
          <a:xfrm>
            <a:off x="6275358" y="189948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5F250D-E551-6F36-3A30-03C37BEEC071}"/>
              </a:ext>
            </a:extLst>
          </p:cNvPr>
          <p:cNvSpPr txBox="1"/>
          <p:nvPr/>
        </p:nvSpPr>
        <p:spPr>
          <a:xfrm rot="10800000" flipV="1">
            <a:off x="6174811" y="176466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0507DD-8AE4-5ACD-49D6-37D5A55596D4}"/>
              </a:ext>
            </a:extLst>
          </p:cNvPr>
          <p:cNvSpPr txBox="1"/>
          <p:nvPr/>
        </p:nvSpPr>
        <p:spPr>
          <a:xfrm>
            <a:off x="8536777" y="189948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C53D3E-B6B9-8F41-B560-AC082DF192C0}"/>
              </a:ext>
            </a:extLst>
          </p:cNvPr>
          <p:cNvSpPr txBox="1"/>
          <p:nvPr/>
        </p:nvSpPr>
        <p:spPr>
          <a:xfrm rot="10800000" flipV="1">
            <a:off x="8436230" y="176466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6F3B44-4B98-D936-D0E1-82601ABCE158}"/>
              </a:ext>
            </a:extLst>
          </p:cNvPr>
          <p:cNvSpPr txBox="1"/>
          <p:nvPr/>
        </p:nvSpPr>
        <p:spPr>
          <a:xfrm>
            <a:off x="1725399" y="416260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640C38-118A-87D1-FE00-1BAB584AD3CD}"/>
              </a:ext>
            </a:extLst>
          </p:cNvPr>
          <p:cNvSpPr txBox="1"/>
          <p:nvPr/>
        </p:nvSpPr>
        <p:spPr>
          <a:xfrm rot="10800000" flipV="1">
            <a:off x="1624852" y="402778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76E606-AAB4-7371-EF2F-116C74C6632A}"/>
              </a:ext>
            </a:extLst>
          </p:cNvPr>
          <p:cNvSpPr txBox="1"/>
          <p:nvPr/>
        </p:nvSpPr>
        <p:spPr>
          <a:xfrm>
            <a:off x="4013939" y="416260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6A5EF2-9310-4C41-35B6-1A55301F2CB3}"/>
              </a:ext>
            </a:extLst>
          </p:cNvPr>
          <p:cNvSpPr txBox="1"/>
          <p:nvPr/>
        </p:nvSpPr>
        <p:spPr>
          <a:xfrm rot="10800000" flipV="1">
            <a:off x="3913392" y="402778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AEDC9C-0ACF-2C55-4537-E78BF2E1A3D5}"/>
              </a:ext>
            </a:extLst>
          </p:cNvPr>
          <p:cNvSpPr txBox="1"/>
          <p:nvPr/>
        </p:nvSpPr>
        <p:spPr>
          <a:xfrm>
            <a:off x="6275358" y="416260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BCB4BD-DF06-B978-5010-A49CFB31A21B}"/>
              </a:ext>
            </a:extLst>
          </p:cNvPr>
          <p:cNvSpPr txBox="1"/>
          <p:nvPr/>
        </p:nvSpPr>
        <p:spPr>
          <a:xfrm rot="10800000" flipV="1">
            <a:off x="6174811" y="402778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085A7F-F1AD-F00E-4D50-8757AA398DE2}"/>
              </a:ext>
            </a:extLst>
          </p:cNvPr>
          <p:cNvSpPr txBox="1"/>
          <p:nvPr/>
        </p:nvSpPr>
        <p:spPr>
          <a:xfrm>
            <a:off x="8536776" y="4162600"/>
            <a:ext cx="16277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Image</a:t>
            </a:r>
          </a:p>
          <a:p>
            <a:pPr algn="l"/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EBDEEE-4E28-6EE5-2B0F-D181CDEC7378}"/>
              </a:ext>
            </a:extLst>
          </p:cNvPr>
          <p:cNvSpPr txBox="1"/>
          <p:nvPr/>
        </p:nvSpPr>
        <p:spPr>
          <a:xfrm rot="10800000" flipV="1">
            <a:off x="8436229" y="4027780"/>
            <a:ext cx="182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          Content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672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328</Words>
  <Application>Microsoft Office PowerPoint</Application>
  <PresentationFormat>Widescreen</PresentationFormat>
  <Paragraphs>346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Himajjal Rabha</dc:creator>
  <cp:lastModifiedBy>Himajjal Rabha</cp:lastModifiedBy>
  <cp:revision>8</cp:revision>
  <dcterms:created xsi:type="dcterms:W3CDTF">2025-10-03T12:19:43Z</dcterms:created>
  <dcterms:modified xsi:type="dcterms:W3CDTF">2025-10-04T14:16:52Z</dcterms:modified>
</cp:coreProperties>
</file>